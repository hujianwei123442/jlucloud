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22" r:id="rId3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5" userDrawn="1">
          <p15:clr>
            <a:srgbClr val="A4A3A4"/>
          </p15:clr>
        </p15:guide>
        <p15:guide id="2" pos="38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5669"/>
    <a:srgbClr val="435C65"/>
    <a:srgbClr val="2F495B"/>
    <a:srgbClr val="1D416D"/>
    <a:srgbClr val="00A5CE"/>
    <a:srgbClr val="00ADDE"/>
    <a:srgbClr val="18B2BC"/>
    <a:srgbClr val="1BD3DF"/>
    <a:srgbClr val="009AC0"/>
    <a:srgbClr val="33D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4" d="100"/>
          <a:sy n="64" d="100"/>
        </p:scale>
        <p:origin x="672" y="48"/>
      </p:cViewPr>
      <p:guideLst>
        <p:guide orient="horz" pos="2045"/>
        <p:guide pos="38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977C3-5D49-4AE3-94A3-4A850F7186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3FDB9-DDE0-4054-8528-4EF247FF799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E:/download/jd-xhh.jpgjd-xhh"/>
          <p:cNvPicPr>
            <a:picLocks noChangeAspect="1"/>
          </p:cNvPicPr>
          <p:nvPr/>
        </p:nvPicPr>
        <p:blipFill>
          <a:blip r:embed="rId1">
            <a:alphaModFix amt="5000"/>
          </a:blip>
          <a:srcRect/>
          <a:stretch>
            <a:fillRect/>
          </a:stretch>
        </p:blipFill>
        <p:spPr>
          <a:xfrm>
            <a:off x="804524" y="-81500"/>
            <a:ext cx="7019929" cy="7019929"/>
          </a:xfrm>
          <a:prstGeom prst="rect">
            <a:avLst/>
          </a:prstGeom>
        </p:spPr>
      </p:pic>
      <p:sp>
        <p:nvSpPr>
          <p:cNvPr id="2" name="文本占位符 3"/>
          <p:cNvSpPr txBox="1"/>
          <p:nvPr/>
        </p:nvSpPr>
        <p:spPr>
          <a:xfrm>
            <a:off x="6436360" y="779145"/>
            <a:ext cx="4256405" cy="24669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04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2930" y="3246755"/>
            <a:ext cx="7303135" cy="10058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项目规划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2460276" y="4378387"/>
            <a:ext cx="6088996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Calibri Light" panose="020F0302020204030204" pitchFamily="34" charset="0"/>
                <a:ea typeface="方正兰亭黑_GBK"/>
                <a:sym typeface="+mn-ea"/>
              </a:rPr>
              <a:t>Project Scheme</a:t>
            </a:r>
            <a:endParaRPr kumimoji="0" lang="en-US" altLang="zh-CN" sz="2000" b="1" i="0" u="none" strike="noStrike" kern="1200" cap="none" spc="0" normalizeH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Calibri Light" panose="020F0302020204030204" pitchFamily="34" charset="0"/>
              <a:ea typeface="方正兰亭黑_GBK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t="25204" r="836" b="30492"/>
          <a:stretch>
            <a:fillRect/>
          </a:stretch>
        </p:blipFill>
        <p:spPr>
          <a:xfrm>
            <a:off x="9444990" y="140970"/>
            <a:ext cx="2516505" cy="702945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3">
            <a:alphaModFix amt="69000"/>
          </a:blip>
          <a:srcRect l="4543" t="22727" r="5403" b="21653"/>
          <a:stretch>
            <a:fillRect/>
          </a:stretch>
        </p:blipFill>
        <p:spPr>
          <a:xfrm>
            <a:off x="80645" y="6325870"/>
            <a:ext cx="3487420" cy="4343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commondata" val="eyJoZGlkIjoiZjViMGUzN2Q3YzU1MzBhZGUyOTJlNzJiNGViNjE5YTcifQ=="/>
  <p:tag name="resource_record_key" val="{&quot;8&quot;:[20475957,20476467]}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WPS 演示</Application>
  <PresentationFormat>宽屏</PresentationFormat>
  <Paragraphs>6</Paragraphs>
  <Slides>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8" baseType="lpstr">
      <vt:lpstr>Arial</vt:lpstr>
      <vt:lpstr>宋体</vt:lpstr>
      <vt:lpstr>Wingdings</vt:lpstr>
      <vt:lpstr>Calibri</vt:lpstr>
      <vt:lpstr>微软雅黑</vt:lpstr>
      <vt:lpstr>等线</vt:lpstr>
      <vt:lpstr>Arial</vt:lpstr>
      <vt:lpstr>Calibri</vt:lpstr>
      <vt:lpstr>Arial Black</vt:lpstr>
      <vt:lpstr>Calibri Light</vt:lpstr>
      <vt:lpstr>方正宋刻本秀楷简体</vt:lpstr>
      <vt:lpstr>方正兰亭黑_GBK</vt:lpstr>
      <vt:lpstr>黑体</vt:lpstr>
      <vt:lpstr>Times New Roman</vt:lpstr>
      <vt:lpstr>Century Gothic</vt:lpstr>
      <vt:lpstr>Arial Unicode MS</vt:lpstr>
      <vt:lpstr>1_Office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胡建威</cp:lastModifiedBy>
  <cp:revision>49</cp:revision>
  <dcterms:created xsi:type="dcterms:W3CDTF">2020-07-27T01:08:00Z</dcterms:created>
  <dcterms:modified xsi:type="dcterms:W3CDTF">2025-06-08T04:00:27Z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A18B6555F3F74488B6A85B13A45C9B1F_12</vt:lpwstr>
  </property>
  <property fmtid="{D5CDD505-2E9C-101B-9397-08002B2CF9AE}" pid="3" name="KSOProductBuildVer">
    <vt:lpwstr>2052-12.1.0.21171</vt:lpwstr>
  </property>
</Properties>
</file>